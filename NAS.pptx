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Acuratețe Validare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Acuratețe (%)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5C-48FF-87DB-1C489263BF04}"/>
              </c:ext>
            </c:extLst>
          </c:dPt>
          <c:dPt>
            <c:idx val="1"/>
            <c:invertIfNegative val="0"/>
            <c:bubble3D val="0"/>
            <c:spPr>
              <a:solidFill>
                <a:srgbClr val="5BC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5C-48FF-87DB-1C489263BF04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5C-48FF-87DB-1C489263BF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HVTINY</c:v>
                </c:pt>
                <c:pt idx="1">
                  <c:v>LB-CNN</c:v>
                </c:pt>
                <c:pt idx="2">
                  <c:v>ViT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99.4</c:v>
                </c:pt>
                <c:pt idx="1">
                  <c:v>98.53</c:v>
                </c:pt>
                <c:pt idx="2">
                  <c:v>98.06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5C-48FF-87DB-1C489263B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Acuratețe Validare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Acuratețe (%)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2C-4B59-9406-50DBC0E0B6FA}"/>
              </c:ext>
            </c:extLst>
          </c:dPt>
          <c:dPt>
            <c:idx val="1"/>
            <c:invertIfNegative val="0"/>
            <c:bubble3D val="0"/>
            <c:spPr>
              <a:solidFill>
                <a:srgbClr val="5BC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2C-4B59-9406-50DBC0E0B6FA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2C-4B59-9406-50DBC0E0B6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HVTINY</c:v>
                </c:pt>
                <c:pt idx="1">
                  <c:v>LB-CNN</c:v>
                </c:pt>
                <c:pt idx="2">
                  <c:v>ViT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84.63</c:v>
                </c:pt>
                <c:pt idx="1">
                  <c:v>61.67</c:v>
                </c:pt>
                <c:pt idx="2">
                  <c:v>72.34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2C-4B59-9406-50DBC0E0B6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35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4864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Tehnici de Căutare NAS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Stanciu Răducu-Ștefan  |  Master IISC  |  Politehnica București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HVTINY  •  VIT  •  LB-CNN  •  OPTUNA  •  JAX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Introducere &amp;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64008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972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&amp; IoT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Nevoia de a procesa datele direct la sursă, pe dispozitive cu resurse extrem de limitate.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09728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Provocarea TinyML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Echilibrarea strictă între acuratețe, consum de energie și memorie disponibilă (RAM &amp; FLASH).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7920" y="914400"/>
            <a:ext cx="2743200" cy="64008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09728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NAS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Automatizarea selecției hiperparametrilor — de la intuiția umană la optimizare probabilistică.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Seturile de date utilizate: CIFAR-10 și MNIST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B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 (NAS)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731520" cy="82296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Spațiul de Căutare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setul de arhitecturi posibile — de la lanțuri simple la structuri bazate pe celule.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731520" cy="82296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2128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de Căutare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78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Evoluată de la RL/algoritmi evolutivi (black-box) la tehnici one-shot rapide precum DARTS.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731520" cy="82296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493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Evaluarea Performanței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587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Tehnici proxy (cost-zero), benchmark-uri tabulare NAS-Bench-101 pentru evaluări instantanee.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 1000 de lucrări publicate în 2020–2021 | Depășește arhitecturile manuale pe ImageNet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— Optimizarea Hiperparametrilor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Flexibil în Timp Real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Construiește dinamic spațiul de căutare, compatibil cu sintaxa Python standard.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488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(Taiere Prematură)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Algoritmul ASHA oprește timpuriu trial-urile slabe, accelerând semnificativ explorarea.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9184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de Eșantionare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3749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și CMA-ES analizează corelațiile dintre parametri pentru căutare inteligentă.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303520" y="914400"/>
            <a:ext cx="356616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5303520" y="914400"/>
            <a:ext cx="35661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44068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Optuna?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0" y="1600200"/>
            <a:ext cx="137160" cy="13716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715000" y="15361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Scalabil: de la 1 mașină la clustere distribuite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2240280"/>
            <a:ext cx="137160" cy="13716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715000" y="2176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Suportă SQLite &amp; BD relaționale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0" y="2880360"/>
            <a:ext cx="137160" cy="13716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715000" y="28163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Licență MIT — open source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0" y="3520440"/>
            <a:ext cx="137160" cy="13716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715000" y="34564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Câștiguri demonstrare pe Kaggle &amp; supercalculatoare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&amp; Keras 3 — Infrastructura de Calcul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Google de calcul numeric înalt performant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54864" cy="3200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130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— diferențiere automată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60904"/>
            <a:ext cx="54864" cy="3200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2642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— compilare Just-In-Time (XLA)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72968"/>
            <a:ext cx="54864" cy="3200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vmap — vectorizare automată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685032"/>
            <a:ext cx="54864" cy="3200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6667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pmap — paralelizare multi-device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914400"/>
            <a:ext cx="4114800" cy="3566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5156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3.0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multi-backend: JAX + TensorFlow + PyTorch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937760" y="21488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074920" y="2130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cod pe 3 backend-uri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937760" y="2660904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074920" y="2642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keras.ops — API NumPy agnostic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937760" y="3172968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07492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TFLite pentru microcontrolere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937760" y="3685032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074920" y="36667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 tf.data, DataLoader, NumPy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HVTINY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TinyML convolutional pentru MCU (ESP32-CAM) — aplicații medicale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5720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73152" cy="7772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conexiuni reziduale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 2× numărul de operații MAC, scăzând latența și consumul energetic.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45720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73152" cy="7772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Înlocuiesc convoluțiile standard — filtrare spațială separată de combinarea canalelor.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5720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73152" cy="7772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Hiperparametru 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Unitate de bază pentru filtre — scalează întreaga rețea printr-o singură valoare.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4572000" cy="7772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968496"/>
            <a:ext cx="73152" cy="7772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 multiplicare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Tuplu [1,4,2,1] dictează evoluția filtrelor în cele 4 macro-blocuri.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9184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mel_skin_48 (binary)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600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92.57% acuratețe  |  174 KB RAM  |  99.3 KB FLASH  |  Latență: 681 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514600"/>
            <a:ext cx="3291840" cy="1188720"/>
          </a:xfrm>
          <a:prstGeom prst="rect">
            <a:avLst/>
          </a:prstGeom>
          <a:solidFill>
            <a:srgbClr val="009B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skin_cancer_balanced (7 clase)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98.14% acuratețe  |  Fișier .tflite: 51 KB  |  &lt; 256 KB RAM</a:t>
            </a:r>
            <a:endParaRPr lang="en-US" sz="11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4048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766560" y="3886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pentru Edge AI în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aplicații medicale portabile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 &amp; LB-CNN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64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Imaginea → patch-uri → token-uri → Multi-Head Attention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4956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patch_size — rezoluția analizei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732" y="251688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080" y="23957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projection_dim — dimensiunea embedding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957" y="300380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008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num_heads — capete de atenție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47929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3467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transformer_layers — adâncimea modelului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3732" y="39502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mlp_head_units — clasificatorul final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Necesită date masive sau augmentare avansată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868680"/>
            <a:ext cx="4114800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54880" y="868680"/>
            <a:ext cx="4114800" cy="64008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87552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321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LB-CNN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8920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Binary CNN — nuclee binare (-1, +1), antrenament ELM ultra-rapid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937760" y="204956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2064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Nuclee binare aleatorii — fără backprop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937760" y="2514273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120640" y="23957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 de ieșire Adaline (ELM0)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37760" y="3008376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12064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Antrenament: algebră liniară, 1 epocă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937760" y="347929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120640" y="33467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conv + max-pooling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937760" y="3946289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12064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pe melanom | 100% pe ORL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84632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Sute de ori mai rapid decât metodele clasice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B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— Flux de Lucru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22860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00584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Standardizare Z-score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(medie 0, varianță 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965960"/>
            <a:ext cx="1371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1920240" cy="22860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286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HVTINY / ViT / LB-CNN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Keras 3 + JAX 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965960"/>
            <a:ext cx="1371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1920240" cy="22860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57800" y="100584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cu Optuna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Funcție objective,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trial-uri cu pruning ASHA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1965960"/>
            <a:ext cx="1371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12280" y="914400"/>
            <a:ext cx="1920240" cy="22860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6640" y="100584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286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epoci per trial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MNIST &amp; CIFAR-10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Tehnologic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12801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3794760"/>
            <a:ext cx="12801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8308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GPU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3794760"/>
            <a:ext cx="12801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3794760"/>
            <a:ext cx="12801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JAX/XLA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794760"/>
            <a:ext cx="12801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52360" y="3794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Experimentale — MNIST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trial-uri Optuna | 10 epoci/trial | Imagini alb-negru cifre scrise de mână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43000"/>
          <a:ext cx="374904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HVTINY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Acuratețe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Timp căutare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Timp antrenare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Parametri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modelele &gt; 98% acuratețe. HVTINY: cel mai mic număr de parametri și cea mai bună acuratețe.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Experimentale — CIFAR-10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trial-uri Optuna | 10 epoci/trial | Imagini color 32×32 — 10 clase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43000"/>
          <a:ext cx="374904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HVTINY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Acuratețe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Timp căutare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Timp antrenare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Parametri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151,882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HVTINY domină: +12pp față de ViT, +23pp față de LB-CNN — cu cel mai mic număr de parametri!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Generală între Modele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228600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HVTINY 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17373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914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LB-CNN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7373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914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(MNIST)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98.06%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883664"/>
            <a:ext cx="859536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9293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(CIFAR-10)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19293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84.63%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72.34%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41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Căutare CIFAR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2441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441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441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907792"/>
            <a:ext cx="859536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953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(CIFAR)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2953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953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953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419856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65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 (CIFAR)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KB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4655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KB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4655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 KB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Viteză Antrenare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Foarte Rapidă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Lentă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HVTINY — cel mai bun compromis: acuratețe maximă + amprenta de memorie minimă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89611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HVTINY este soluția optimă — 99.40% MNIST, 84.63% CIFAR-10, cel mai mic număr de parametri.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645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LB-CNN excelează prin viteză (ELM, 1 epocă), dar acuratețea scade pe date color complexe.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4016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395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necesită resurse masive și date abundente — dezavantajos pentru TinyML cu imagini mici.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63824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145536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+ Optuna automatizează proiectarea și descoperă arhitecturi competitive chiar cu resurse limitate.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89534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Eliminarea conexiunilor reziduale și convoluțiile depth-wise separable sunt cheia eficienței HVTINY.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Direcții viitoare: extindere NAS + HPO simultan | AutoDL complet | Recunoaștere vocală &amp; NLP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977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Tehnici de Căutare NAS</dc:title>
  <dc:subject>PptxGenJS Presentation</dc:subject>
  <dc:creator>PptxGenJS</dc:creator>
  <cp:lastModifiedBy>Răducu-Ștefan STANCIU (126851)</cp:lastModifiedBy>
  <cp:revision>2</cp:revision>
  <dcterms:created xsi:type="dcterms:W3CDTF">2026-05-23T21:10:55Z</dcterms:created>
  <dcterms:modified xsi:type="dcterms:W3CDTF">2026-05-23T21:38:52Z</dcterms:modified>
</cp:coreProperties>
</file>